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D6EE8-24D5-4F6E-AE8A-C8642DC05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B637FE-5C92-4DA5-807D-BA65D7B94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C63F8F-24D8-4BA3-A625-08A0D0EB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BA0BD4-DF48-4AB6-803D-BE3097985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7C7CF4-F5E0-449A-B97A-707100DF8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518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FEB7F-5768-488D-BE00-2B6EFE97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18D43D-4BE4-4CE2-AB08-B401935D3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8D7A45-4918-4EEB-AD23-D4C16F90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6E084-6A36-4631-B04A-089D67EC1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937DC0-9410-474D-BF37-74E20EC9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5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AB334-E8BA-4584-B483-113B63E7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A9C585-A9CE-4B36-8490-12CEBC079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20829-9779-407A-90C8-D34563B8F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65317-5A7C-4D19-9D6A-D2DFCB55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C0C48B-63AE-47E5-A567-A775C224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522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52A83B-3CBD-4CD5-AC57-E4A17A3B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213D84-72E5-40CA-B94D-EFD07F40E8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BC377-15CD-4266-85EF-084F8F9C1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93155-AB8F-4E52-818B-965BC77B3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966BADB-B476-407B-B73C-ABCA4CE3A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577049-E3D6-40E4-81E7-4EB44110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5857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8C1C4-4BEA-4949-9D74-EE7BBA89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76BA08-6841-42A2-96CE-FEC0FB8B2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182423A-97D6-41BC-BCC0-B6A2AD8AF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EA22F6-2CB9-481F-B2C2-505A9094B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F0A7026-E5DC-47DB-A504-9ADB68454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6090760-22A2-4A45-BB8A-15ACAB8B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E6D51C-093E-46F7-AC6C-333BCF896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7F80E9B-5DF7-45E8-8818-0A63E80E1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062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83BB6-717A-48DB-AFA3-783F2088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735414-4856-4031-B858-2D5922381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D2B341-2FCB-43E2-9724-839641F8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07BF2-86B3-418E-A167-2B140824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844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C8AEFB0-6FC7-482F-9E1D-106583F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F038A8-7B26-49EF-9279-7672584C5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BE7968-A437-42FE-AEE8-C10DD189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4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5266B-AC0E-4E06-B0EF-7D1C27F01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0BF5A-6AC9-46C8-A714-6C114141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50629D-CD3C-4096-8122-7F6C036EF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AE5D90-34B0-4CF0-B556-B5DD34BC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E8321B-B17C-4887-8810-6660EEFB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9D3AD4-D9B9-4A8D-9F7E-6D383455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50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520F5-752A-44FB-A380-E379D446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635AD9-A654-4163-A6EE-9ECA366E8A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E8051C-10EC-4A8A-8F4D-0AE2E7F17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E2F8E2-24C0-4B08-A772-E47F75A41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B3CFF8-6970-4206-B840-88DC79A8B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5A6260-159F-4AEA-BDBF-FB7A73B3F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29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DC097-83FB-4E38-AE6C-8651529E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8F2FF7-88F6-4070-B2F9-BD52D2D4C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1AFFBA-6D4C-4520-AABF-83D34A373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0216CD-F706-44CB-AB5F-222562A2F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7F204F-B079-4DAC-9ADD-147BC45D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66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D6C2DF-04D2-478C-8271-C5CE5C706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2BB5A7-97D6-4BEF-9B8A-13D13300D5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B03B8-C98B-402B-9AF3-A79C2804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3128F4-C895-430B-9F67-0E1E0C10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D3DA9-45C2-44E6-BD49-741926A8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20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6384D0-93FE-4047-82F6-CF80325D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0B6A3-1BEF-4908-9EF2-71812E59B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412F0E-2B61-493C-A782-11EE08632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8DCE9-200B-414E-AF78-FDC4979C41B2}" type="datetimeFigureOut">
              <a:rPr lang="ko-KR" altLang="en-US" smtClean="0"/>
              <a:t>2021-08-24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6A8FE2-EF59-40D6-8717-26C12AE0C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59FA5-E373-477D-B31C-03F7B8DE8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0BD1-DE63-4F7B-937B-401B306F79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9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5621A-1064-4028-9FE0-20E03C67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정규 동아리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F4058A4-E325-4C0D-8F51-0D37814109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8/24</a:t>
            </a:r>
            <a:r>
              <a:rPr lang="ko-KR" altLang="en-US" dirty="0"/>
              <a:t>일 활동내용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1850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56FF3-1E5F-42C6-8F86-01662B3C5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do #1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C009E-7954-4533-9CBF-47F4F177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동아리 명단 확인</a:t>
            </a:r>
            <a:r>
              <a:rPr lang="en-US" altLang="ko-KR" dirty="0"/>
              <a:t>(</a:t>
            </a:r>
            <a:r>
              <a:rPr lang="ko-KR" altLang="en-US" dirty="0"/>
              <a:t>선생님</a:t>
            </a:r>
            <a:r>
              <a:rPr lang="en-US" altLang="ko-KR" dirty="0"/>
              <a:t>) – </a:t>
            </a:r>
            <a:r>
              <a:rPr lang="ko-KR" altLang="en-US" dirty="0"/>
              <a:t>자율동아리</a:t>
            </a:r>
            <a:r>
              <a:rPr lang="en-US" altLang="ko-KR" dirty="0"/>
              <a:t>, </a:t>
            </a:r>
            <a:r>
              <a:rPr lang="ko-KR" altLang="en-US" dirty="0"/>
              <a:t>정규동아리</a:t>
            </a: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 err="1"/>
              <a:t>스스로프로젝트</a:t>
            </a:r>
            <a:r>
              <a:rPr lang="ko-KR" altLang="en-US" dirty="0"/>
              <a:t> 수정계획서 작성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활동비 </a:t>
            </a:r>
            <a:r>
              <a:rPr lang="en-US" altLang="ko-KR" dirty="0"/>
              <a:t>: </a:t>
            </a:r>
            <a:r>
              <a:rPr lang="ko-KR" altLang="en-US" dirty="0"/>
              <a:t>간식비</a:t>
            </a:r>
            <a:r>
              <a:rPr lang="en-US" altLang="ko-KR" dirty="0"/>
              <a:t>, </a:t>
            </a:r>
            <a:r>
              <a:rPr lang="ko-KR" altLang="en-US" dirty="0"/>
              <a:t>식비</a:t>
            </a:r>
            <a:r>
              <a:rPr lang="en-US" altLang="ko-KR" dirty="0"/>
              <a:t>(432,000</a:t>
            </a:r>
            <a:r>
              <a:rPr lang="ko-KR" altLang="en-US" dirty="0"/>
              <a:t>원 예상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err="1"/>
              <a:t>홍보비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단체</a:t>
            </a:r>
            <a:r>
              <a:rPr lang="en-US" altLang="ko-KR" dirty="0"/>
              <a:t>T, </a:t>
            </a:r>
            <a:r>
              <a:rPr lang="ko-KR" altLang="en-US" dirty="0" err="1"/>
              <a:t>행잉배너</a:t>
            </a:r>
            <a:r>
              <a:rPr lang="en-US" altLang="ko-KR" dirty="0"/>
              <a:t>(</a:t>
            </a:r>
            <a:r>
              <a:rPr lang="ko-KR" altLang="en-US" dirty="0"/>
              <a:t>동아리 개인 작품 출력용</a:t>
            </a:r>
            <a:r>
              <a:rPr lang="en-US" altLang="ko-KR" dirty="0"/>
              <a:t>)(430,000</a:t>
            </a:r>
            <a:r>
              <a:rPr lang="ko-KR" altLang="en-US" dirty="0"/>
              <a:t>원 예상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물품구입 </a:t>
            </a:r>
            <a:r>
              <a:rPr lang="en-US" altLang="ko-KR" dirty="0"/>
              <a:t>(388,000</a:t>
            </a:r>
            <a:r>
              <a:rPr lang="ko-KR" altLang="en-US" dirty="0"/>
              <a:t>원 예상</a:t>
            </a:r>
            <a:r>
              <a:rPr lang="en-US" altLang="ko-KR" dirty="0"/>
              <a:t>)</a:t>
            </a:r>
          </a:p>
          <a:p>
            <a:pPr marL="1428750" lvl="2" indent="-514350">
              <a:buFont typeface="+mj-lt"/>
              <a:buAutoNum type="arabicPeriod"/>
            </a:pPr>
            <a:r>
              <a:rPr lang="ko-KR" altLang="en-US" dirty="0"/>
              <a:t>동아리 구입 희망 도서</a:t>
            </a:r>
            <a:endParaRPr lang="en-US" altLang="ko-KR" dirty="0"/>
          </a:p>
          <a:p>
            <a:pPr marL="1428750" lvl="2" indent="-514350">
              <a:buFont typeface="+mj-lt"/>
              <a:buAutoNum type="arabicPeriod"/>
            </a:pPr>
            <a:r>
              <a:rPr lang="ko-KR" altLang="en-US" dirty="0" err="1"/>
              <a:t>문구류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잔액 정리용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88621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872FE-410F-4886-BC1D-869F1D711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 do #2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4606E-D0FE-4CC1-82B5-B86BED84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동아리 성과 발표 준비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진로직업박람회 </a:t>
            </a:r>
            <a:r>
              <a:rPr lang="en-US" altLang="ko-KR" dirty="0"/>
              <a:t>– </a:t>
            </a:r>
            <a:r>
              <a:rPr lang="ko-KR" altLang="en-US" dirty="0"/>
              <a:t>게임파트</a:t>
            </a:r>
            <a:r>
              <a:rPr lang="en-US" altLang="ko-KR" dirty="0"/>
              <a:t>(9</a:t>
            </a:r>
            <a:r>
              <a:rPr lang="ko-KR" altLang="en-US" dirty="0"/>
              <a:t>월 </a:t>
            </a:r>
            <a:r>
              <a:rPr lang="en-US" altLang="ko-KR" dirty="0"/>
              <a:t>24</a:t>
            </a:r>
            <a:r>
              <a:rPr lang="ko-KR" altLang="en-US" dirty="0"/>
              <a:t>일까지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err="1"/>
              <a:t>청소년동아리스트리밍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체험</a:t>
            </a:r>
            <a:r>
              <a:rPr lang="en-US" altLang="ko-KR" dirty="0"/>
              <a:t>, </a:t>
            </a:r>
            <a:r>
              <a:rPr lang="ko-KR" altLang="en-US" dirty="0" err="1"/>
              <a:t>실시간라이브스트리밍</a:t>
            </a:r>
            <a:r>
              <a:rPr lang="ko-KR" altLang="en-US" dirty="0"/>
              <a:t> 내용 구성</a:t>
            </a:r>
            <a:r>
              <a:rPr lang="en-US" altLang="ko-KR" dirty="0"/>
              <a:t>(11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err="1"/>
              <a:t>교내동아리발표대회</a:t>
            </a:r>
            <a:r>
              <a:rPr lang="en-US" altLang="ko-KR" dirty="0"/>
              <a:t>(12</a:t>
            </a:r>
            <a:r>
              <a:rPr lang="ko-KR" altLang="en-US" dirty="0"/>
              <a:t>월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ko-KR" dirty="0"/>
          </a:p>
          <a:p>
            <a:pPr marL="514350" indent="-514350">
              <a:buFont typeface="+mj-lt"/>
              <a:buAutoNum type="arabicPeriod"/>
            </a:pPr>
            <a:r>
              <a:rPr lang="ko-KR" altLang="en-US" dirty="0"/>
              <a:t>방안 제시</a:t>
            </a:r>
            <a:endParaRPr lang="en-US" altLang="ko-KR" dirty="0"/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/>
              <a:t>동아리 구성원 작품 모아서 발표</a:t>
            </a:r>
            <a:r>
              <a:rPr lang="en-US" altLang="ko-KR" dirty="0"/>
              <a:t>(</a:t>
            </a:r>
            <a:r>
              <a:rPr lang="ko-KR" altLang="en-US" dirty="0" err="1"/>
              <a:t>행잉배너</a:t>
            </a:r>
            <a:r>
              <a:rPr lang="ko-KR" altLang="en-US" dirty="0"/>
              <a:t> 제작 등을 활용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ko-KR" altLang="en-US" dirty="0" err="1"/>
              <a:t>로블록스</a:t>
            </a:r>
            <a:r>
              <a:rPr lang="ko-KR" altLang="en-US" dirty="0"/>
              <a:t> 스튜디오 이용하여 학교 건물 모델링 후 학교를 주제로 한 게임 제작</a:t>
            </a:r>
            <a:r>
              <a:rPr lang="en-US" altLang="ko-KR" dirty="0"/>
              <a:t>(</a:t>
            </a:r>
            <a:r>
              <a:rPr lang="ko-KR" altLang="en-US" dirty="0"/>
              <a:t>팀 작업</a:t>
            </a:r>
            <a:r>
              <a:rPr lang="en-US" altLang="ko-KR" dirty="0"/>
              <a:t>)</a:t>
            </a:r>
          </a:p>
          <a:p>
            <a:pPr marL="971550" lvl="1" indent="-514350">
              <a:buFont typeface="+mj-lt"/>
              <a:buAutoNum type="arabicPeriod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9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13C5B-8A5C-4E19-B949-378ED6E2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B84BBC-2FA0-4171-BFBE-7C36D6F8D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46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0E790D-14A9-499A-8972-1B67B44FD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방안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49C513-FCB8-4701-A35B-061DE119D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726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129</Words>
  <Application>Microsoft Office PowerPoint</Application>
  <PresentationFormat>와이드스크린</PresentationFormat>
  <Paragraphs>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정규 동아리</vt:lpstr>
      <vt:lpstr>To do #1</vt:lpstr>
      <vt:lpstr>To do #2</vt:lpstr>
      <vt:lpstr>방안1</vt:lpstr>
      <vt:lpstr>방안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정규 동아리</dc:title>
  <dc:creator>유승찬</dc:creator>
  <cp:lastModifiedBy>유승찬</cp:lastModifiedBy>
  <cp:revision>2</cp:revision>
  <dcterms:created xsi:type="dcterms:W3CDTF">2021-08-24T00:10:16Z</dcterms:created>
  <dcterms:modified xsi:type="dcterms:W3CDTF">2021-08-24T00:23:01Z</dcterms:modified>
</cp:coreProperties>
</file>