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61" autoAdjust="0"/>
    <p:restoredTop sz="94660"/>
  </p:normalViewPr>
  <p:slideViewPr>
    <p:cSldViewPr snapToGrid="0">
      <p:cViewPr>
        <p:scale>
          <a:sx n="100" d="100"/>
          <a:sy n="100" d="100"/>
        </p:scale>
        <p:origin x="79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D6EE8-24D5-4F6E-AE8A-C8642DC05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AB637FE-5C92-4DA5-807D-BA65D7B946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63F8F-24D8-4BA3-A625-08A0D0EB6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BA0BD4-DF48-4AB6-803D-BE3097985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7C7CF4-F5E0-449A-B97A-707100DF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5518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FEB7F-5768-488D-BE00-2B6EFE973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18D43D-4BE4-4CE2-AB08-B401935D3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D7A45-4918-4EEB-AD23-D4C16F903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36E084-6A36-4631-B04A-089D67EC1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937DC0-9410-474D-BF37-74E20EC9D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652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AB334-E8BA-4584-B483-113B63E7B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A9C585-A9CE-4B36-8490-12CEBC0796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F20829-9779-407A-90C8-D34563B8F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365317-5A7C-4D19-9D6A-D2DFCB55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C0C48B-63AE-47E5-A567-A775C224A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522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2A83B-3CBD-4CD5-AC57-E4A17A3B1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213D84-72E5-40CA-B94D-EFD07F40E8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FBC377-15CD-4266-85EF-084F8F9C15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F93155-AB8F-4E52-818B-965BC77B3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66BADB-B476-407B-B73C-ABCA4CE3A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577049-E3D6-40E4-81E7-4EB44110E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5857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68C1C4-4BEA-4949-9D74-EE7BBA89A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576BA08-6841-42A2-96CE-FEC0FB8B2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82423A-97D6-41BC-BCC0-B6A2AD8AF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6EA22F6-2CB9-481F-B2C2-505A9094BA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F0A7026-E5DC-47DB-A504-9ADB68454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6090760-22A2-4A45-BB8A-15ACAB8B5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8E6D51C-093E-46F7-AC6C-333BCF896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F80E9B-5DF7-45E8-8818-0A63E80E1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062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83BB6-717A-48DB-AFA3-783F2088A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A735414-4856-4031-B858-2D5922381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DD2B341-2FCB-43E2-9724-839641F8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507BF2-86B3-418E-A167-2B1408249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8448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C8AEFB0-6FC7-482F-9E1D-106583FE6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FF038A8-7B26-49EF-9279-7672584C5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BE7968-A437-42FE-AEE8-C10DD1897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247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35266B-AC0E-4E06-B0EF-7D1C27F01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10BF5A-6AC9-46C8-A714-6C114141E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950629D-CD3C-4096-8122-7F6C036EFF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AE5D90-34B0-4CF0-B556-B5DD34BCA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E8321B-B17C-4887-8810-6660EEFBA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9D3AD4-D9B9-4A8D-9F7E-6D383455B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506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520F5-752A-44FB-A380-E379D446A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8635AD9-A654-4163-A6EE-9ECA366E8A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E8051C-10EC-4A8A-8F4D-0AE2E7F17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E2F8E2-24C0-4B08-A772-E47F75A41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B3CFF8-6970-4206-B840-88DC79A8B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35A6260-159F-4AEA-BDBF-FB7A73B3F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294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DC097-83FB-4E38-AE6C-8651529E2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B8F2FF7-88F6-4070-B2F9-BD52D2D4C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1AFFBA-6D4C-4520-AABF-83D34A373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0216CD-F706-44CB-AB5F-222562A2F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7F204F-B079-4DAC-9ADD-147BC45D3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16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9D6C2DF-04D2-478C-8271-C5CE5C706A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2BB5A7-97D6-4BEF-9B8A-13D13300D5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1B03B8-C98B-402B-9AF3-A79C28048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3128F4-C895-430B-9F67-0E1E0C10C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7D3DA9-45C2-44E6-BD49-741926A8B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201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6384D0-93FE-4047-82F6-CF80325D5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0B6A3-1BEF-4908-9EF2-71812E59B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412F0E-2B61-493C-A782-11EE086321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48DCE9-200B-414E-AF78-FDC4979C41B2}" type="datetimeFigureOut">
              <a:rPr lang="ko-KR" altLang="en-US" smtClean="0"/>
              <a:t>2021-08-24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6A8FE2-EF59-40D6-8717-26C12AE0C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859FA5-E373-477D-B31C-03F7B8DE80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30BD1-DE63-4F7B-937B-401B306F79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E5621A-1064-4028-9FE0-20E03C67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정규 동아리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4058A4-E325-4C0D-8F51-0D37814109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8/24</a:t>
            </a:r>
            <a:r>
              <a:rPr lang="ko-KR" altLang="en-US" dirty="0"/>
              <a:t>일 활동내용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18500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56FF3-1E5F-42C6-8F86-01662B3C5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To do #1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3C009E-7954-4533-9CBF-47F4F177C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동아리 명단 확인</a:t>
            </a:r>
            <a:r>
              <a:rPr lang="en-US" altLang="ko-KR" dirty="0"/>
              <a:t>(</a:t>
            </a:r>
            <a:r>
              <a:rPr lang="ko-KR" altLang="en-US" dirty="0"/>
              <a:t>선생님</a:t>
            </a:r>
            <a:r>
              <a:rPr lang="en-US" altLang="ko-KR" dirty="0"/>
              <a:t>) – </a:t>
            </a:r>
            <a:r>
              <a:rPr lang="ko-KR" altLang="en-US" dirty="0"/>
              <a:t>자율동아리</a:t>
            </a:r>
            <a:r>
              <a:rPr lang="en-US" altLang="ko-KR" dirty="0"/>
              <a:t>, </a:t>
            </a:r>
            <a:r>
              <a:rPr lang="ko-KR" altLang="en-US" dirty="0"/>
              <a:t>정규동아리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 err="1"/>
              <a:t>스스로프로젝트</a:t>
            </a:r>
            <a:r>
              <a:rPr lang="ko-KR" altLang="en-US" dirty="0"/>
              <a:t> 수정계획서 작성</a:t>
            </a:r>
            <a:endParaRPr lang="en-US" altLang="ko-KR" dirty="0"/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/>
              <a:t>활동비 </a:t>
            </a:r>
            <a:r>
              <a:rPr lang="en-US" altLang="ko-KR" dirty="0"/>
              <a:t>: </a:t>
            </a:r>
            <a:r>
              <a:rPr lang="ko-KR" altLang="en-US" dirty="0"/>
              <a:t>간식비</a:t>
            </a:r>
            <a:r>
              <a:rPr lang="en-US" altLang="ko-KR" dirty="0"/>
              <a:t>, </a:t>
            </a:r>
            <a:r>
              <a:rPr lang="ko-KR" altLang="en-US" dirty="0"/>
              <a:t>식비</a:t>
            </a:r>
            <a:r>
              <a:rPr lang="en-US" altLang="ko-KR" dirty="0"/>
              <a:t>(432,000</a:t>
            </a:r>
            <a:r>
              <a:rPr lang="ko-KR" altLang="en-US" dirty="0"/>
              <a:t>원 예상</a:t>
            </a:r>
            <a:r>
              <a:rPr lang="en-US" altLang="ko-KR" dirty="0"/>
              <a:t>)</a:t>
            </a:r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 err="1"/>
              <a:t>홍보비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단체</a:t>
            </a:r>
            <a:r>
              <a:rPr lang="en-US" altLang="ko-KR" dirty="0"/>
              <a:t>T, </a:t>
            </a:r>
            <a:r>
              <a:rPr lang="ko-KR" altLang="en-US" dirty="0" err="1"/>
              <a:t>행잉배너</a:t>
            </a:r>
            <a:r>
              <a:rPr lang="en-US" altLang="ko-KR" dirty="0"/>
              <a:t>(</a:t>
            </a:r>
            <a:r>
              <a:rPr lang="ko-KR" altLang="en-US" dirty="0"/>
              <a:t>동아리 개인 작품 출력용</a:t>
            </a:r>
            <a:r>
              <a:rPr lang="en-US" altLang="ko-KR" dirty="0"/>
              <a:t>)(430,000</a:t>
            </a:r>
            <a:r>
              <a:rPr lang="ko-KR" altLang="en-US" dirty="0"/>
              <a:t>원 예상</a:t>
            </a:r>
            <a:r>
              <a:rPr lang="en-US" altLang="ko-KR" dirty="0"/>
              <a:t>)</a:t>
            </a:r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/>
              <a:t>물품구입 </a:t>
            </a:r>
            <a:r>
              <a:rPr lang="en-US" altLang="ko-KR" dirty="0"/>
              <a:t>(388,000</a:t>
            </a:r>
            <a:r>
              <a:rPr lang="ko-KR" altLang="en-US" dirty="0"/>
              <a:t>원 예상</a:t>
            </a:r>
            <a:r>
              <a:rPr lang="en-US" altLang="ko-KR" dirty="0"/>
              <a:t>)</a:t>
            </a:r>
          </a:p>
          <a:p>
            <a:pPr marL="1428750" lvl="2" indent="-514350">
              <a:buFont typeface="+mj-lt"/>
              <a:buAutoNum type="arabicPeriod"/>
            </a:pPr>
            <a:r>
              <a:rPr lang="ko-KR" altLang="en-US" dirty="0"/>
              <a:t>동아리 구입 희망 도서</a:t>
            </a:r>
            <a:endParaRPr lang="en-US" altLang="ko-KR" dirty="0"/>
          </a:p>
          <a:p>
            <a:pPr marL="1428750" lvl="2" indent="-514350">
              <a:buFont typeface="+mj-lt"/>
              <a:buAutoNum type="arabicPeriod"/>
            </a:pPr>
            <a:r>
              <a:rPr lang="ko-KR" altLang="en-US" dirty="0" err="1"/>
              <a:t>문구류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잔액 정리용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8621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D872FE-410F-4886-BC1D-869F1D711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To do #2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54606E-D0FE-4CC1-82B5-B86BED847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동아리 성과 발표 준비</a:t>
            </a:r>
            <a:endParaRPr lang="en-US" altLang="ko-KR" dirty="0"/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/>
              <a:t>진로직업박람회 </a:t>
            </a:r>
            <a:r>
              <a:rPr lang="en-US" altLang="ko-KR" dirty="0"/>
              <a:t>– </a:t>
            </a:r>
            <a:r>
              <a:rPr lang="ko-KR" altLang="en-US" dirty="0"/>
              <a:t>게임파트</a:t>
            </a:r>
            <a:r>
              <a:rPr lang="en-US" altLang="ko-KR" dirty="0"/>
              <a:t>(9</a:t>
            </a:r>
            <a:r>
              <a:rPr lang="ko-KR" altLang="en-US" dirty="0"/>
              <a:t>월 </a:t>
            </a:r>
            <a:r>
              <a:rPr lang="en-US" altLang="ko-KR" dirty="0"/>
              <a:t>24</a:t>
            </a:r>
            <a:r>
              <a:rPr lang="ko-KR" altLang="en-US" dirty="0"/>
              <a:t>일까지</a:t>
            </a:r>
            <a:r>
              <a:rPr lang="en-US" altLang="ko-KR" dirty="0"/>
              <a:t>)</a:t>
            </a:r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 err="1"/>
              <a:t>청소년동아리스트리밍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체험</a:t>
            </a:r>
            <a:r>
              <a:rPr lang="en-US" altLang="ko-KR" dirty="0"/>
              <a:t>, </a:t>
            </a:r>
            <a:r>
              <a:rPr lang="ko-KR" altLang="en-US" dirty="0" err="1"/>
              <a:t>실시간라이브스트리밍</a:t>
            </a:r>
            <a:r>
              <a:rPr lang="ko-KR" altLang="en-US" dirty="0"/>
              <a:t> 내용 구성</a:t>
            </a:r>
            <a:r>
              <a:rPr lang="en-US" altLang="ko-KR" dirty="0"/>
              <a:t>(11</a:t>
            </a:r>
            <a:r>
              <a:rPr lang="ko-KR" altLang="en-US" dirty="0"/>
              <a:t>월</a:t>
            </a:r>
            <a:r>
              <a:rPr lang="en-US" altLang="ko-KR" dirty="0"/>
              <a:t>)</a:t>
            </a:r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 err="1"/>
              <a:t>교내동아리발표대회</a:t>
            </a:r>
            <a:r>
              <a:rPr lang="en-US" altLang="ko-KR" dirty="0"/>
              <a:t>(12</a:t>
            </a:r>
            <a:r>
              <a:rPr lang="ko-KR" altLang="en-US" dirty="0"/>
              <a:t>월</a:t>
            </a:r>
            <a:r>
              <a:rPr lang="en-US" altLang="ko-KR" dirty="0"/>
              <a:t>)</a:t>
            </a:r>
          </a:p>
          <a:p>
            <a:pPr marL="971550" lvl="1" indent="-514350">
              <a:buFont typeface="+mj-lt"/>
              <a:buAutoNum type="arabicPeriod"/>
            </a:pP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방안 제시</a:t>
            </a:r>
            <a:endParaRPr lang="en-US" altLang="ko-KR" dirty="0"/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/>
              <a:t>동아리 구성원 작품 모아서 발표</a:t>
            </a:r>
            <a:r>
              <a:rPr lang="en-US" altLang="ko-KR" dirty="0"/>
              <a:t>(</a:t>
            </a:r>
            <a:r>
              <a:rPr lang="ko-KR" altLang="en-US" dirty="0" err="1"/>
              <a:t>행잉배너</a:t>
            </a:r>
            <a:r>
              <a:rPr lang="ko-KR" altLang="en-US" dirty="0"/>
              <a:t> 제작 등을 활용</a:t>
            </a:r>
            <a:r>
              <a:rPr lang="en-US" altLang="ko-KR" dirty="0"/>
              <a:t>)</a:t>
            </a:r>
          </a:p>
          <a:p>
            <a:pPr marL="971550" lvl="1" indent="-514350">
              <a:buFont typeface="+mj-lt"/>
              <a:buAutoNum type="arabicPeriod"/>
            </a:pPr>
            <a:r>
              <a:rPr lang="ko-KR" altLang="en-US" dirty="0" err="1"/>
              <a:t>로블록스</a:t>
            </a:r>
            <a:r>
              <a:rPr lang="ko-KR" altLang="en-US" dirty="0"/>
              <a:t> 스튜디오 이용하여 학교 건물 모델링 후 학교를 주제로 한 게임 제작</a:t>
            </a:r>
            <a:r>
              <a:rPr lang="en-US" altLang="ko-KR" dirty="0"/>
              <a:t>(</a:t>
            </a:r>
            <a:r>
              <a:rPr lang="ko-KR" altLang="en-US" dirty="0"/>
              <a:t>팀 작업</a:t>
            </a:r>
            <a:r>
              <a:rPr lang="en-US" altLang="ko-KR" dirty="0"/>
              <a:t>)</a:t>
            </a:r>
          </a:p>
          <a:p>
            <a:pPr marL="971550" lvl="1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298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513C5B-8A5C-4E19-B949-378ED6E2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방안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B84BBC-2FA0-4171-BFBE-7C36D6F8D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100"/>
            <a:ext cx="10515600" cy="4351338"/>
          </a:xfrm>
        </p:spPr>
        <p:txBody>
          <a:bodyPr>
            <a:noAutofit/>
          </a:bodyPr>
          <a:lstStyle/>
          <a:p>
            <a:r>
              <a:rPr lang="en-US" altLang="ko-KR" sz="1600" dirty="0" smtClean="0"/>
              <a:t>3</a:t>
            </a:r>
            <a:r>
              <a:rPr lang="ko-KR" altLang="en-US" sz="1600" dirty="0" smtClean="0"/>
              <a:t>학년 </a:t>
            </a:r>
            <a:endParaRPr lang="en-US" altLang="ko-KR" sz="1600" dirty="0" smtClean="0"/>
          </a:p>
          <a:p>
            <a:pPr marL="0" indent="0">
              <a:buNone/>
            </a:pPr>
            <a:r>
              <a:rPr lang="en-US" altLang="ko-KR" sz="1600" dirty="0" smtClean="0"/>
              <a:t>  </a:t>
            </a:r>
            <a:r>
              <a:rPr lang="ko-KR" altLang="en-US" sz="1600" dirty="0" err="1" smtClean="0"/>
              <a:t>목승훈</a:t>
            </a:r>
            <a:r>
              <a:rPr lang="en-US" altLang="ko-KR" sz="1600" dirty="0" smtClean="0"/>
              <a:t>,</a:t>
            </a:r>
            <a:r>
              <a:rPr lang="ko-KR" altLang="en-US" sz="1600" dirty="0" err="1" smtClean="0"/>
              <a:t>함승호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non Light</a:t>
            </a:r>
          </a:p>
          <a:p>
            <a:pPr marL="0" indent="0">
              <a:buNone/>
            </a:pPr>
            <a:r>
              <a:rPr lang="en-US" altLang="ko-KR" sz="1600" dirty="0" smtClean="0"/>
              <a:t>  </a:t>
            </a:r>
            <a:r>
              <a:rPr lang="ko-KR" altLang="en-US" sz="1600" dirty="0" smtClean="0"/>
              <a:t>이도현 </a:t>
            </a:r>
            <a:r>
              <a:rPr lang="ko-KR" altLang="en-US" sz="1600" dirty="0" err="1" smtClean="0"/>
              <a:t>피자게임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, D3Dx</a:t>
            </a:r>
            <a:r>
              <a:rPr lang="ko-KR" altLang="en-US" sz="1600" dirty="0" err="1" smtClean="0"/>
              <a:t>물고기게임</a:t>
            </a:r>
            <a:r>
              <a:rPr lang="ko-KR" altLang="en-US" sz="1600" dirty="0" smtClean="0"/>
              <a:t> </a:t>
            </a:r>
            <a:endParaRPr lang="en-US" altLang="ko-KR" sz="1600" dirty="0" smtClean="0"/>
          </a:p>
          <a:p>
            <a:pPr marL="0" indent="0">
              <a:buNone/>
            </a:pPr>
            <a:r>
              <a:rPr lang="en-US" altLang="ko-KR" sz="1600" dirty="0"/>
              <a:t> </a:t>
            </a:r>
            <a:r>
              <a:rPr lang="en-US" altLang="ko-KR" sz="1600" dirty="0" smtClean="0"/>
              <a:t>  </a:t>
            </a:r>
            <a:r>
              <a:rPr lang="en-US" altLang="ko-KR" sz="1600" dirty="0" err="1" smtClean="0"/>
              <a:t>Gigdc</a:t>
            </a:r>
            <a:r>
              <a:rPr lang="en-US" altLang="ko-KR" sz="1600" dirty="0" smtClean="0"/>
              <a:t> (</a:t>
            </a:r>
            <a:r>
              <a:rPr lang="ko-KR" altLang="en-US" sz="1600" dirty="0" err="1" smtClean="0"/>
              <a:t>목승훈</a:t>
            </a:r>
            <a:endParaRPr lang="en-US" altLang="ko-KR" sz="1600" dirty="0" smtClean="0"/>
          </a:p>
          <a:p>
            <a:pPr marL="0" indent="0">
              <a:buNone/>
            </a:pPr>
            <a:r>
              <a:rPr lang="ko-KR" altLang="en-US" sz="1600" dirty="0" smtClean="0"/>
              <a:t>선생님 죽이는 슈팅게임 </a:t>
            </a:r>
            <a:r>
              <a:rPr lang="en-US" altLang="ko-KR" sz="1600" dirty="0"/>
              <a:t>(</a:t>
            </a:r>
            <a:r>
              <a:rPr lang="ko-KR" altLang="en-US" sz="1600" dirty="0" err="1" smtClean="0"/>
              <a:t>목승훈</a:t>
            </a:r>
            <a:endParaRPr lang="en-US" altLang="ko-KR" sz="1600" dirty="0" smtClean="0"/>
          </a:p>
          <a:p>
            <a:pPr marL="0" indent="0">
              <a:buNone/>
            </a:pPr>
            <a:r>
              <a:rPr lang="en-US" altLang="ko-KR" sz="1600" dirty="0"/>
              <a:t>  </a:t>
            </a:r>
            <a:r>
              <a:rPr lang="ko-KR" altLang="en-US" sz="1600" dirty="0" err="1" smtClean="0"/>
              <a:t>스텍</a:t>
            </a:r>
            <a:r>
              <a:rPr lang="ko-KR" altLang="en-US" sz="1600" dirty="0" smtClean="0"/>
              <a:t> </a:t>
            </a:r>
            <a:r>
              <a:rPr lang="ko-KR" altLang="en-US" sz="1600" dirty="0" err="1" smtClean="0"/>
              <a:t>함승호</a:t>
            </a:r>
            <a:endParaRPr lang="en-US" altLang="ko-KR" sz="1600" dirty="0" smtClean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 smtClean="0"/>
              <a:t>2</a:t>
            </a:r>
            <a:r>
              <a:rPr lang="ko-KR" altLang="en-US" sz="1600" dirty="0" smtClean="0"/>
              <a:t>학년</a:t>
            </a:r>
            <a:endParaRPr lang="en-US" altLang="ko-KR" sz="1600" dirty="0" smtClean="0"/>
          </a:p>
          <a:p>
            <a:pPr marL="0" indent="0">
              <a:buNone/>
            </a:pPr>
            <a:r>
              <a:rPr lang="en-US" altLang="ko-KR" sz="1600" dirty="0"/>
              <a:t> </a:t>
            </a:r>
            <a:r>
              <a:rPr lang="ko-KR" altLang="en-US" sz="1600" dirty="0" err="1" smtClean="0"/>
              <a:t>스텍</a:t>
            </a:r>
            <a:r>
              <a:rPr lang="ko-KR" altLang="en-US" sz="1600" dirty="0" smtClean="0"/>
              <a:t> 게임 두개(진서</a:t>
            </a:r>
            <a:r>
              <a:rPr lang="en-US" altLang="ko-KR" sz="1600" dirty="0" smtClean="0"/>
              <a:t>,</a:t>
            </a:r>
            <a:r>
              <a:rPr lang="ko-KR" altLang="en-US" sz="1600" dirty="0" smtClean="0"/>
              <a:t>유영</a:t>
            </a:r>
            <a:r>
              <a:rPr lang="en-US" altLang="ko-KR" sz="1600" dirty="0" smtClean="0"/>
              <a:t>)</a:t>
            </a:r>
          </a:p>
          <a:p>
            <a:pPr marL="0" indent="0">
              <a:buNone/>
            </a:pPr>
            <a:r>
              <a:rPr lang="en-US" altLang="ko-KR" sz="1600" dirty="0"/>
              <a:t> </a:t>
            </a:r>
            <a:r>
              <a:rPr lang="en-US" altLang="ko-KR" sz="1600" dirty="0" err="1" smtClean="0"/>
              <a:t>gigdc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진서 </a:t>
            </a:r>
            <a:r>
              <a:rPr lang="en-US" altLang="ko-KR" sz="1600" dirty="0" smtClean="0"/>
              <a:t>,</a:t>
            </a:r>
            <a:r>
              <a:rPr lang="ko-KR" altLang="en-US" sz="1600" dirty="0" smtClean="0"/>
              <a:t>남호</a:t>
            </a:r>
            <a:endParaRPr lang="en-US" altLang="ko-KR" sz="1600" dirty="0" smtClean="0"/>
          </a:p>
          <a:p>
            <a:pPr marL="0" indent="0">
              <a:buNone/>
            </a:pPr>
            <a:r>
              <a:rPr lang="en-US" altLang="ko-KR" sz="1600" dirty="0"/>
              <a:t> </a:t>
            </a:r>
            <a:endParaRPr lang="en-US" altLang="ko-KR" sz="1600" dirty="0" smtClean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 smtClean="0"/>
              <a:t>1</a:t>
            </a:r>
            <a:r>
              <a:rPr lang="ko-KR" altLang="en-US" sz="1600" dirty="0" smtClean="0"/>
              <a:t>학년</a:t>
            </a:r>
            <a:endParaRPr lang="en-US" altLang="ko-KR" sz="1600" dirty="0" smtClean="0"/>
          </a:p>
          <a:p>
            <a:pPr marL="0" indent="0">
              <a:buNone/>
            </a:pPr>
            <a:r>
              <a:rPr lang="en-US" altLang="ko-KR" sz="1600" dirty="0"/>
              <a:t> </a:t>
            </a:r>
            <a:r>
              <a:rPr lang="ko-KR" altLang="en-US" sz="1600" dirty="0" smtClean="0"/>
              <a:t>안성진 </a:t>
            </a:r>
            <a:r>
              <a:rPr lang="en-US" altLang="ko-KR" sz="1600" dirty="0" smtClean="0"/>
              <a:t>– </a:t>
            </a:r>
            <a:r>
              <a:rPr lang="ko-KR" altLang="en-US" sz="1600" dirty="0" err="1" smtClean="0"/>
              <a:t>팬게임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스텍</a:t>
            </a:r>
            <a:endParaRPr lang="en-US" altLang="ko-KR" sz="1600" dirty="0" smtClean="0"/>
          </a:p>
          <a:p>
            <a:pPr marL="0" indent="0">
              <a:buNone/>
            </a:pPr>
            <a:endParaRPr lang="en-US" altLang="ko-KR" sz="1600" dirty="0" smtClean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en-US" altLang="ko-KR" sz="1600" dirty="0" smtClean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4B84BBC-2FA0-4171-BFBE-7C36D6F8D218}"/>
              </a:ext>
            </a:extLst>
          </p:cNvPr>
          <p:cNvSpPr txBox="1">
            <a:spLocks/>
          </p:cNvSpPr>
          <p:nvPr/>
        </p:nvSpPr>
        <p:spPr>
          <a:xfrm>
            <a:off x="6096000" y="14160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600" dirty="0" smtClean="0"/>
              <a:t>개발 </a:t>
            </a:r>
            <a:r>
              <a:rPr lang="ko-KR" altLang="en-US" sz="1600" dirty="0" err="1" smtClean="0"/>
              <a:t>필요인원</a:t>
            </a: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600" dirty="0" smtClean="0"/>
              <a:t>1</a:t>
            </a:r>
            <a:r>
              <a:rPr lang="ko-KR" altLang="en-US" sz="1600" dirty="0" smtClean="0"/>
              <a:t>학년 나머지 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성진 제외</a:t>
            </a: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600" dirty="0" smtClean="0"/>
              <a:t>2</a:t>
            </a:r>
            <a:r>
              <a:rPr lang="ko-KR" altLang="en-US" sz="1600" dirty="0" smtClean="0"/>
              <a:t>학년 영민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진표</a:t>
            </a: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600" dirty="0" smtClean="0"/>
              <a:t>3</a:t>
            </a:r>
            <a:r>
              <a:rPr lang="ko-KR" altLang="en-US" sz="1600" dirty="0" smtClean="0"/>
              <a:t>학년 성중</a:t>
            </a: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600" dirty="0" smtClean="0"/>
              <a:t>Unreal </a:t>
            </a:r>
            <a:r>
              <a:rPr lang="en-US" altLang="ko-KR" sz="1600" dirty="0" err="1" smtClean="0"/>
              <a:t>vr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수업 </a:t>
            </a:r>
            <a:r>
              <a:rPr lang="ko-KR" altLang="en-US" sz="1600" dirty="0" err="1" smtClean="0"/>
              <a:t>받는사람</a:t>
            </a: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600" dirty="0" smtClean="0"/>
              <a:t>유영 남호 진서 </a:t>
            </a:r>
            <a:r>
              <a:rPr lang="ko-KR" altLang="en-US" sz="1600" dirty="0" err="1" smtClean="0"/>
              <a:t>이은혁</a:t>
            </a:r>
            <a:r>
              <a:rPr lang="en-US" altLang="ko-KR" sz="1600" dirty="0" smtClean="0"/>
              <a:t>(1</a:t>
            </a:r>
            <a:r>
              <a:rPr lang="ko-KR" altLang="en-US" sz="1600" dirty="0" smtClean="0"/>
              <a:t>학년</a:t>
            </a:r>
            <a:r>
              <a:rPr lang="en-US" altLang="ko-KR" sz="1600" dirty="0" smtClean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6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600" dirty="0" smtClean="0"/>
              <a:t>15</a:t>
            </a:r>
            <a:r>
              <a:rPr lang="ko-KR" altLang="en-US" sz="1600" dirty="0" smtClean="0"/>
              <a:t>개 정도</a:t>
            </a:r>
            <a:r>
              <a:rPr lang="en-US" altLang="ko-KR" sz="1600" dirty="0" smtClean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52461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0E790D-14A9-499A-8972-1B67B44FD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방안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49C513-FCB8-4701-A35B-061DE119D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단체 게임 제작 </a:t>
            </a:r>
            <a:r>
              <a:rPr lang="en-US" altLang="ko-KR" dirty="0" smtClean="0"/>
              <a:t>(</a:t>
            </a:r>
            <a:r>
              <a:rPr lang="ko-KR" altLang="en-US" dirty="0" smtClean="0"/>
              <a:t>담당 승호 학교</a:t>
            </a:r>
            <a:r>
              <a:rPr lang="en-US" altLang="ko-KR" dirty="0" smtClean="0"/>
              <a:t>( </a:t>
            </a:r>
            <a:r>
              <a:rPr lang="ko-KR" altLang="en-US" dirty="0" err="1" smtClean="0"/>
              <a:t>유니티로</a:t>
            </a:r>
            <a:r>
              <a:rPr lang="ko-KR" altLang="en-US" dirty="0" smtClean="0"/>
              <a:t> 제작한 이력이 있음</a:t>
            </a:r>
            <a:r>
              <a:rPr lang="en-US" altLang="ko-KR" dirty="0" smtClean="0"/>
              <a:t>))</a:t>
            </a:r>
          </a:p>
          <a:p>
            <a:endParaRPr lang="en-US" altLang="ko-KR" dirty="0" smtClean="0"/>
          </a:p>
          <a:p>
            <a:r>
              <a:rPr lang="en-US" altLang="ko-KR" dirty="0" smtClean="0"/>
              <a:t>3d </a:t>
            </a:r>
            <a:r>
              <a:rPr lang="ko-KR" altLang="en-US" dirty="0" smtClean="0"/>
              <a:t>학교에서 각자 미니게임 만들어서 맞는 장소에 배치</a:t>
            </a:r>
            <a:r>
              <a:rPr lang="en-US" altLang="ko-KR" dirty="0" smtClean="0"/>
              <a:t>.</a:t>
            </a:r>
          </a:p>
          <a:p>
            <a:pPr marL="0" indent="0">
              <a:buNone/>
            </a:pPr>
            <a:r>
              <a:rPr lang="en-US" altLang="ko-KR" dirty="0"/>
              <a:t> </a:t>
            </a:r>
            <a:r>
              <a:rPr lang="ko-KR" altLang="en-US" dirty="0" smtClean="0"/>
              <a:t>ㄴ </a:t>
            </a:r>
            <a:r>
              <a:rPr lang="en-US" altLang="ko-KR" dirty="0" smtClean="0"/>
              <a:t>(</a:t>
            </a:r>
            <a:r>
              <a:rPr lang="ko-KR" altLang="en-US" dirty="0" smtClean="0"/>
              <a:t>미니게임 은 </a:t>
            </a:r>
            <a:r>
              <a:rPr lang="en-US" altLang="ko-KR" dirty="0" smtClean="0"/>
              <a:t>1</a:t>
            </a:r>
            <a:r>
              <a:rPr lang="ko-KR" altLang="en-US" dirty="0" smtClean="0"/>
              <a:t>학년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ko-KR" altLang="en-US" dirty="0" smtClean="0"/>
              <a:t>학교 </a:t>
            </a:r>
            <a:r>
              <a:rPr lang="en-US" altLang="ko-KR" dirty="0" smtClean="0"/>
              <a:t>3,2</a:t>
            </a:r>
            <a:r>
              <a:rPr lang="ko-KR" altLang="en-US" dirty="0" err="1" smtClean="0"/>
              <a:t>학견</a:t>
            </a:r>
            <a:r>
              <a:rPr lang="ko-KR" altLang="en-US" dirty="0" smtClean="0"/>
              <a:t> 제작</a:t>
            </a:r>
            <a:r>
              <a:rPr lang="en-US" altLang="ko-KR" dirty="0" smtClean="0"/>
              <a:t>)</a:t>
            </a:r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err="1" smtClean="0"/>
              <a:t>유니티</a:t>
            </a:r>
            <a:r>
              <a:rPr lang="ko-KR" altLang="en-US" dirty="0" smtClean="0"/>
              <a:t> 다수</a:t>
            </a:r>
            <a:r>
              <a:rPr lang="ko-KR" altLang="en-US" dirty="0"/>
              <a:t> </a:t>
            </a:r>
            <a:r>
              <a:rPr lang="en-US" altLang="ko-KR" dirty="0" smtClean="0"/>
              <a:t>– 2</a:t>
            </a:r>
            <a:r>
              <a:rPr lang="ko-KR" altLang="en-US" dirty="0" smtClean="0"/>
              <a:t>학년 </a:t>
            </a:r>
            <a:r>
              <a:rPr lang="en-US" altLang="ko-KR" dirty="0" smtClean="0"/>
              <a:t>or </a:t>
            </a:r>
            <a:r>
              <a:rPr lang="ko-KR" altLang="en-US" dirty="0" smtClean="0"/>
              <a:t>승호</a:t>
            </a:r>
            <a:r>
              <a:rPr lang="en-US" altLang="ko-KR" dirty="0" smtClean="0"/>
              <a:t>[</a:t>
            </a:r>
            <a:r>
              <a:rPr lang="ko-KR" altLang="en-US" dirty="0" smtClean="0"/>
              <a:t>기</a:t>
            </a:r>
            <a:r>
              <a:rPr lang="en-US" altLang="ko-KR" dirty="0" smtClean="0"/>
              <a:t>,</a:t>
            </a:r>
            <a:r>
              <a:rPr lang="ko-KR" altLang="en-US" dirty="0" err="1" smtClean="0"/>
              <a:t>프밍</a:t>
            </a:r>
            <a:r>
              <a:rPr lang="en-US" altLang="ko-KR" dirty="0" smtClean="0"/>
              <a:t>]</a:t>
            </a:r>
            <a:r>
              <a:rPr lang="ko-KR" altLang="en-US" dirty="0" smtClean="0"/>
              <a:t> </a:t>
            </a:r>
            <a:r>
              <a:rPr lang="en-US" altLang="ko-KR" dirty="0" smtClean="0"/>
              <a:t>pc </a:t>
            </a:r>
            <a:r>
              <a:rPr lang="ko-KR" altLang="en-US" dirty="0" smtClean="0"/>
              <a:t>제작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2019 </a:t>
            </a:r>
            <a:r>
              <a:rPr lang="en-US" altLang="ko-KR" dirty="0" err="1" smtClean="0"/>
              <a:t>lts</a:t>
            </a:r>
            <a:r>
              <a:rPr lang="en-US" altLang="ko-KR" dirty="0" smtClean="0"/>
              <a:t> / 2020 </a:t>
            </a:r>
            <a:r>
              <a:rPr lang="en-US" altLang="ko-KR" dirty="0" err="1" smtClean="0"/>
              <a:t>lts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3277262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267</Words>
  <Application>Microsoft Office PowerPoint</Application>
  <PresentationFormat>와이드스크린</PresentationFormat>
  <Paragraphs>55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정규 동아리</vt:lpstr>
      <vt:lpstr>To do #1</vt:lpstr>
      <vt:lpstr>To do #2</vt:lpstr>
      <vt:lpstr>방안1</vt:lpstr>
      <vt:lpstr>방안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정규 동아리</dc:title>
  <dc:creator>유승찬</dc:creator>
  <cp:lastModifiedBy>User</cp:lastModifiedBy>
  <cp:revision>15</cp:revision>
  <dcterms:created xsi:type="dcterms:W3CDTF">2021-08-24T00:10:16Z</dcterms:created>
  <dcterms:modified xsi:type="dcterms:W3CDTF">2021-08-24T07:10:06Z</dcterms:modified>
</cp:coreProperties>
</file>