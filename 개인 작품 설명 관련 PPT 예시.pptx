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02219-6A9E-4F92-AB0E-43178B141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F72046E-9C0F-461D-B1D5-6140206BF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BED746-1BA5-4EBD-9980-8A4C18958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A7F3F-C4CA-4ED3-A0FC-22332523FA35}" type="datetimeFigureOut">
              <a:rPr lang="ko-KR" altLang="en-US" smtClean="0"/>
              <a:t>2021-08-25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BDEAA2-9C6E-4C1A-BCC2-97E946D40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5BCDB1-D357-417D-A561-DD107BF22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9E20F-A99B-44C1-B2B8-88F2FC3F99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18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14DC2C-9570-4780-B1D9-0A8651708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6450A1-8787-4478-B6CF-E7CABBC06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ABA769-DE3A-4417-B8F8-AEDA6F0DB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A7F3F-C4CA-4ED3-A0FC-22332523FA35}" type="datetimeFigureOut">
              <a:rPr lang="ko-KR" altLang="en-US" smtClean="0"/>
              <a:t>2021-08-25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FCA0CD-0A97-4B75-96F8-E928D0B95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8C2749-F6B2-411D-AFEA-35C99CDB3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9E20F-A99B-44C1-B2B8-88F2FC3F99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720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64EF6-555D-4772-BF35-1BC36AF59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CF809-D1C9-41C7-968A-89280479E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8BBB5C-AE4D-45E7-83F8-235E391EF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A7F3F-C4CA-4ED3-A0FC-22332523FA35}" type="datetimeFigureOut">
              <a:rPr lang="ko-KR" altLang="en-US" smtClean="0"/>
              <a:t>2021-08-25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A7AFD2-4BD2-4253-8813-6B0DE14D4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746F56-862C-4766-B354-9C569F4D5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9E20F-A99B-44C1-B2B8-88F2FC3F99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394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8150A5-2EAE-420F-8C58-90E3E43E8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88458B-2A6B-40E9-B7E6-6D5002228C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665E40-4FCD-4860-A0E0-653112B46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D80A57-3CAA-43BF-B467-36231254F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A7F3F-C4CA-4ED3-A0FC-22332523FA35}" type="datetimeFigureOut">
              <a:rPr lang="ko-KR" altLang="en-US" smtClean="0"/>
              <a:t>2021-08-25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105B2B-D20B-4C55-962A-DD1D95FFA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1E91D2-FA08-4813-8F13-B404C6F1B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9E20F-A99B-44C1-B2B8-88F2FC3F99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047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904526-1DA7-4AF8-A8C3-077B70F89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B8A9F4-B54C-4854-A5A5-66FC292A5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4AB1D1-CE31-4B01-971D-D930C4735C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1061F4E-FCBE-4E1A-8798-57A2569B89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469E3BE-0A01-46F2-B6E1-0B756ED2B3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010051-4C29-4035-81B1-F30A63483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A7F3F-C4CA-4ED3-A0FC-22332523FA35}" type="datetimeFigureOut">
              <a:rPr lang="ko-KR" altLang="en-US" smtClean="0"/>
              <a:t>2021-08-25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E424B5E-32E9-43C1-835E-0DFB5C591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3414394-4122-4D09-A5F7-BAEB2692D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9E20F-A99B-44C1-B2B8-88F2FC3F99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622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BC4425-CA2F-4303-B5AB-8D1CF07E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09C48F4-3193-4BA2-8770-A297F7ED5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A7F3F-C4CA-4ED3-A0FC-22332523FA35}" type="datetimeFigureOut">
              <a:rPr lang="ko-KR" altLang="en-US" smtClean="0"/>
              <a:t>2021-08-25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D4CAFAE-7D2D-4A62-91D4-35A3E2AD7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E4FB8B-587F-421F-907C-E753DAF95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9E20F-A99B-44C1-B2B8-88F2FC3F99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571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62CF93-7A4C-41A0-9C87-7339510DF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A7F3F-C4CA-4ED3-A0FC-22332523FA35}" type="datetimeFigureOut">
              <a:rPr lang="ko-KR" altLang="en-US" smtClean="0"/>
              <a:t>2021-08-25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908E91E-8780-407C-BA33-C5FCD0D69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1C8AD6-5E6A-4847-BE87-97E637B42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9E20F-A99B-44C1-B2B8-88F2FC3F99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80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A5D9D-C7F0-4154-AE2A-3BA2592C1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8884F7-A9B5-4F2D-846A-ACDD810A0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FA0E50-320F-4754-99E8-D12184EDA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F415A0-F1E1-43FD-B328-57D0A31BD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A7F3F-C4CA-4ED3-A0FC-22332523FA35}" type="datetimeFigureOut">
              <a:rPr lang="ko-KR" altLang="en-US" smtClean="0"/>
              <a:t>2021-08-25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F09962-BED5-4FE3-8908-C54235034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E3A224-0883-4117-BF6A-49872C524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9E20F-A99B-44C1-B2B8-88F2FC3F99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47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5EEA30-0DBB-45F8-BF7E-D32021A36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BB50574-165E-40B8-A9A7-A7E676AF8D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E366BD-0B34-4A91-9D20-32D3F5B06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6121C5-7B88-4C2B-AEE7-7B67BD1D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A7F3F-C4CA-4ED3-A0FC-22332523FA35}" type="datetimeFigureOut">
              <a:rPr lang="ko-KR" altLang="en-US" smtClean="0"/>
              <a:t>2021-08-25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832E60-6495-445C-97C9-E7F16E4B8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6BC726-D4E6-437A-8E9C-9FBCFC672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9E20F-A99B-44C1-B2B8-88F2FC3F99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795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2940F-4790-4C9D-BC07-4B31D1020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F148E9-5EC2-4BC3-B82F-882D9424D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7B275C-89B4-405F-859E-F4C5B89C2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A7F3F-C4CA-4ED3-A0FC-22332523FA35}" type="datetimeFigureOut">
              <a:rPr lang="ko-KR" altLang="en-US" smtClean="0"/>
              <a:t>2021-08-25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6BEADF-97A0-4958-9CF2-CD7B52BB2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D16227-FF50-4A9F-905E-F2A76AA06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9E20F-A99B-44C1-B2B8-88F2FC3F99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239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CEF6F77-4B80-4887-A2C8-533B1C3CE0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A2A707-AC44-4069-8C66-3213FB4EAD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00AF68-41A4-4B06-BF56-764D45910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A7F3F-C4CA-4ED3-A0FC-22332523FA35}" type="datetimeFigureOut">
              <a:rPr lang="ko-KR" altLang="en-US" smtClean="0"/>
              <a:t>2021-08-25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F594D6-8ACB-4C5E-B73F-8C6C132DA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A41A0F-2B35-498A-983C-178DD140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9E20F-A99B-44C1-B2B8-88F2FC3F99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763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A810667-0A8A-4014-B836-3D7F0D189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C67D27-E4A4-4B7F-9110-9F689191F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97C4A2-99A6-494B-AFE3-D9E8B1B235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A7F3F-C4CA-4ED3-A0FC-22332523FA35}" type="datetimeFigureOut">
              <a:rPr lang="ko-KR" altLang="en-US" smtClean="0"/>
              <a:t>2021-08-25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1F85A3-096F-4889-8913-7BB3028F6B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50F8D6-AB26-4CD1-BE0F-DC295080D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9E20F-A99B-44C1-B2B8-88F2FC3F99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104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A01C0F-2654-491F-96C5-B2A308039F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개인 작품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EF0C20-205F-482F-B085-06DAF59D01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게임개발동아리 </a:t>
            </a:r>
            <a:r>
              <a:rPr lang="en-US" altLang="ko-KR" dirty="0"/>
              <a:t>'Level Up!'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5375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F849E-1757-47EE-9902-F01E904DC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들어갈 내용 </a:t>
            </a:r>
            <a:r>
              <a:rPr lang="en-US" altLang="ko-KR" dirty="0"/>
              <a:t>#1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D9EDA5-C777-445E-851C-DF439BF5E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게임 제목 </a:t>
            </a:r>
            <a:r>
              <a:rPr lang="en-US" altLang="ko-KR" dirty="0"/>
              <a:t>: </a:t>
            </a:r>
            <a:r>
              <a:rPr lang="ko-KR" altLang="en-US" dirty="0"/>
              <a:t>탱크게임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개발 학생 </a:t>
            </a:r>
            <a:r>
              <a:rPr lang="en-US" altLang="ko-KR" dirty="0"/>
              <a:t>: </a:t>
            </a:r>
            <a:r>
              <a:rPr lang="ko-KR" altLang="en-US" dirty="0" err="1"/>
              <a:t>김한세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스토리 </a:t>
            </a:r>
            <a:r>
              <a:rPr lang="en-US" altLang="ko-KR" dirty="0"/>
              <a:t>: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ko-KR" dirty="0"/>
              <a:t>2900</a:t>
            </a:r>
            <a:r>
              <a:rPr lang="ko-KR" altLang="en-US" dirty="0"/>
              <a:t>년 세계 </a:t>
            </a:r>
            <a:r>
              <a:rPr lang="en-US" altLang="ko-KR" dirty="0"/>
              <a:t>5</a:t>
            </a:r>
            <a:r>
              <a:rPr lang="ko-KR" altLang="en-US" dirty="0"/>
              <a:t>차 대전이 발생했다</a:t>
            </a:r>
            <a:r>
              <a:rPr lang="en-US" altLang="ko-KR" dirty="0"/>
              <a:t>. </a:t>
            </a:r>
            <a:r>
              <a:rPr lang="ko-KR" altLang="en-US" dirty="0"/>
              <a:t>적들은 늦은 밤 </a:t>
            </a:r>
            <a:r>
              <a:rPr lang="en-US" altLang="ko-KR" dirty="0"/>
              <a:t>12</a:t>
            </a:r>
            <a:r>
              <a:rPr lang="ko-KR" altLang="en-US" dirty="0"/>
              <a:t>시를 기점으로 아군의 진영으로 침투하였다</a:t>
            </a:r>
            <a:r>
              <a:rPr lang="en-US" altLang="ko-KR" dirty="0"/>
              <a:t>. </a:t>
            </a:r>
            <a:r>
              <a:rPr lang="ko-KR" altLang="en-US" dirty="0"/>
              <a:t>아군은 사력을 다해 적군을 섬멸하고 아군 보스를 지켜야 한다</a:t>
            </a:r>
            <a:r>
              <a:rPr lang="en-US" altLang="ko-K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게임방식 </a:t>
            </a:r>
            <a:r>
              <a:rPr lang="en-US" altLang="ko-KR" dirty="0"/>
              <a:t>: </a:t>
            </a:r>
          </a:p>
          <a:p>
            <a:pPr marL="971550" lvl="1" indent="-514350">
              <a:buFont typeface="+mj-lt"/>
              <a:buAutoNum type="arabicPeriod"/>
            </a:pPr>
            <a:r>
              <a:rPr lang="ko-KR" altLang="en-US" dirty="0"/>
              <a:t>주인공 탱크는 방향키로 이동하며 </a:t>
            </a:r>
            <a:r>
              <a:rPr lang="en-US" altLang="ko-KR" dirty="0"/>
              <a:t>‘s’</a:t>
            </a:r>
            <a:r>
              <a:rPr lang="ko-KR" altLang="en-US" dirty="0"/>
              <a:t>키는 대포를 발사한다</a:t>
            </a:r>
            <a:r>
              <a:rPr lang="en-US" altLang="ko-KR" dirty="0"/>
              <a:t>. </a:t>
            </a:r>
            <a:r>
              <a:rPr lang="ko-KR" altLang="en-US" dirty="0"/>
              <a:t>전체 </a:t>
            </a:r>
            <a:r>
              <a:rPr lang="ko-KR" altLang="en-US" dirty="0" err="1"/>
              <a:t>맵은</a:t>
            </a:r>
            <a:r>
              <a:rPr lang="ko-KR" altLang="en-US" dirty="0"/>
              <a:t> 블록과 방호벽으로 구성되며 블록은 적과 주인공의 대포로 파괴되지만 방호벽은 파괴되지 않는다</a:t>
            </a:r>
            <a:r>
              <a:rPr lang="en-US" altLang="ko-KR" dirty="0"/>
              <a:t>. </a:t>
            </a:r>
            <a:r>
              <a:rPr lang="ko-KR" altLang="en-US" dirty="0"/>
              <a:t>게임에서 미션 실패는 주인공 탱크가 보호하는 아군 보스가 적으로부터 공격을 받거나 주인공 탱크의 </a:t>
            </a:r>
            <a:r>
              <a:rPr lang="ko-KR" altLang="en-US" dirty="0" err="1"/>
              <a:t>생명값이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이 되면 미션은 실패된다</a:t>
            </a:r>
            <a:r>
              <a:rPr lang="en-US" altLang="ko-KR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3782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5C381-6DFD-4032-9252-E784F3FBD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들어갈 내용 </a:t>
            </a:r>
            <a:r>
              <a:rPr lang="en-US" altLang="ko-KR" dirty="0"/>
              <a:t>#2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717E5C-E9F2-4C7D-BABF-A80405E91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58751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제한사항</a:t>
            </a:r>
            <a:endParaRPr lang="en-US" altLang="ko-KR" dirty="0"/>
          </a:p>
          <a:p>
            <a:pPr marL="971550" lvl="1" indent="-514350">
              <a:buFont typeface="+mj-lt"/>
              <a:buAutoNum type="arabicPeriod"/>
            </a:pPr>
            <a:r>
              <a:rPr lang="ko-KR" altLang="en-US" dirty="0"/>
              <a:t>아군 탱크의 총알을 </a:t>
            </a:r>
            <a:r>
              <a:rPr lang="en-US" altLang="ko-KR" dirty="0"/>
              <a:t>5</a:t>
            </a:r>
            <a:r>
              <a:rPr lang="ko-KR" altLang="en-US" dirty="0"/>
              <a:t>발로 제한하되 일정한 간격으로 발사되게 된다</a:t>
            </a:r>
            <a:r>
              <a:rPr lang="en-US" altLang="ko-KR" dirty="0"/>
              <a:t>. </a:t>
            </a:r>
            <a:r>
              <a:rPr lang="ko-KR" altLang="en-US" dirty="0"/>
              <a:t>적 탱크가 지능적으로 이동과 공격을 하도록 인공지능 요소를 첨가할 수 있겠지만 게임의 구성에 집중하기 위해 적 탱크의 지능적인 이동과 공격은 임의로 동작하게 한다</a:t>
            </a:r>
            <a:r>
              <a:rPr lang="en-US" altLang="ko-KR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ko-KR" altLang="en-US" dirty="0"/>
              <a:t>적 캐릭터는 스테이지당 최대 </a:t>
            </a:r>
            <a:r>
              <a:rPr lang="en-US" altLang="ko-KR" dirty="0"/>
              <a:t>30</a:t>
            </a:r>
            <a:r>
              <a:rPr lang="ko-KR" altLang="en-US" dirty="0"/>
              <a:t>개까지 생성할 수 있다</a:t>
            </a:r>
            <a:r>
              <a:rPr lang="en-US" altLang="ko-K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실행화면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74ACB75-3E3B-4DF2-9A42-735E0467C6AB}"/>
              </a:ext>
            </a:extLst>
          </p:cNvPr>
          <p:cNvSpPr/>
          <p:nvPr/>
        </p:nvSpPr>
        <p:spPr>
          <a:xfrm>
            <a:off x="1335741" y="4849906"/>
            <a:ext cx="4760259" cy="180190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초기 화면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39D4CB-06B6-4335-879F-6DE157AAC3C4}"/>
              </a:ext>
            </a:extLst>
          </p:cNvPr>
          <p:cNvSpPr/>
          <p:nvPr/>
        </p:nvSpPr>
        <p:spPr>
          <a:xfrm>
            <a:off x="6669741" y="4849906"/>
            <a:ext cx="4760259" cy="18019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게임 진행화면</a:t>
            </a:r>
          </a:p>
        </p:txBody>
      </p:sp>
    </p:spTree>
    <p:extLst>
      <p:ext uri="{BB962C8B-B14F-4D97-AF65-F5344CB8AC3E}">
        <p14:creationId xmlns:p14="http://schemas.microsoft.com/office/powerpoint/2010/main" val="316436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150</Words>
  <Application>Microsoft Office PowerPoint</Application>
  <PresentationFormat>와이드스크린</PresentationFormat>
  <Paragraphs>17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개인 작품</vt:lpstr>
      <vt:lpstr>들어갈 내용 #1</vt:lpstr>
      <vt:lpstr>들어갈 내용 #2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개인 작품</dc:title>
  <dc:creator>유승찬</dc:creator>
  <cp:lastModifiedBy>유승찬</cp:lastModifiedBy>
  <cp:revision>1</cp:revision>
  <dcterms:created xsi:type="dcterms:W3CDTF">2021-08-25T00:26:41Z</dcterms:created>
  <dcterms:modified xsi:type="dcterms:W3CDTF">2021-08-25T00:38:32Z</dcterms:modified>
</cp:coreProperties>
</file>